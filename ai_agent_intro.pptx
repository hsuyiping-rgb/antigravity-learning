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3C5D"/>
                </a:solidFill>
              </a:defRPr>
            </a:pPr>
            <a:r>
              <a:t>從「會聊天的 AI」到「會做事的 Agent」</a:t>
            </a:r>
          </a:p>
          <a:p>
            <a:pPr>
              <a:defRPr sz="2400">
                <a:solidFill>
                  <a:srgbClr val="328CC1"/>
                </a:solidFill>
              </a:defRPr>
            </a:pPr>
            <a:r>
              <a:t>教師的 AI Agent 實戰啟蒙課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3C5D"/>
                </a:solidFill>
              </a:defRPr>
            </a:pPr>
            <a:r>
              <a:t>傳統 AI vs. 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>
                <a:solidFill>
                  <a:srgbClr val="0B3C5D"/>
                </a:solidFill>
              </a:defRPr>
            </a:pPr>
            <a:r>
              <a:t>傳統 AI (如普通對話 ChatGPT)</a:t>
            </a:r>
          </a:p>
          <a:p>
            <a:pPr lvl="1">
              <a:defRPr>
                <a:solidFill>
                  <a:srgbClr val="333333"/>
                </a:solidFill>
              </a:defRPr>
            </a:pPr>
            <a:r>
              <a:t>• 被動問答，無法連結外部工具</a:t>
            </a:r>
          </a:p>
          <a:p>
            <a:pPr>
              <a:defRPr b="1">
                <a:solidFill>
                  <a:srgbClr val="0B3C5D"/>
                </a:solidFill>
              </a:defRPr>
            </a:pPr>
            <a:r>
              <a:t>AI Agent (如 Antigravity)</a:t>
            </a:r>
          </a:p>
          <a:p>
            <a:pPr lvl="1">
              <a:defRPr>
                <a:solidFill>
                  <a:srgbClr val="333333"/>
                </a:solidFill>
              </a:defRPr>
            </a:pPr>
            <a:r>
              <a:t>• 能自主規劃步驟，讀寫本機檔案並執行程式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